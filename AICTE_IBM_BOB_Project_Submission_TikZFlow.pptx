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microsoft.com/office/2016/11/relationships/changesInfo" Target="changesInfos/changesInfo1.xml"/><Relationship Id="rId3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hrivastava" userId="S::ashrivastava@edunetfoundation.org::c21995ab-fa37-4cde-b5a3-dec0fb9e9a10" providerId="AD" clId="Web-{088AD18C-7811-B1E2-9ED5-57A1A5542DF6}"/>
    <pc:docChg chg="addSld delSld modSld sldOrd">
      <pc:chgData name="Aman Shrivastava" userId="S::ashrivastava@edunetfoundation.org::c21995ab-fa37-4cde-b5a3-dec0fb9e9a10" providerId="AD" clId="Web-{088AD18C-7811-B1E2-9ED5-57A1A5542DF6}" dt="2026-06-19T06:28:44.546" v="262"/>
      <pc:docMkLst>
        <pc:docMk/>
      </pc:docMkLst>
      <pc:sldChg chg="addSp delSp modSp">
        <pc:chgData name="Aman Shrivastava" userId="S::ashrivastava@edunetfoundation.org::c21995ab-fa37-4cde-b5a3-dec0fb9e9a10" providerId="AD" clId="Web-{088AD18C-7811-B1E2-9ED5-57A1A5542DF6}" dt="2026-06-19T06:24:33.481" v="246"/>
        <pc:sldMkLst>
          <pc:docMk/>
          <pc:sldMk cId="0" sldId="257"/>
        </pc:sldMkLst>
        <pc:spChg chg="add mod">
          <ac:chgData name="Aman Shrivastava" userId="S::ashrivastava@edunetfoundation.org::c21995ab-fa37-4cde-b5a3-dec0fb9e9a10" providerId="AD" clId="Web-{088AD18C-7811-B1E2-9ED5-57A1A5542DF6}" dt="2026-06-19T06:23:34.731" v="211" actId="20577"/>
          <ac:spMkLst>
            <pc:docMk/>
            <pc:sldMk cId="0" sldId="257"/>
            <ac:spMk id="3" creationId="{B0B023FA-CFEB-ACE9-8425-7E72E307CDC5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5:34.945" v="78" actId="1076"/>
        <pc:sldMkLst>
          <pc:docMk/>
          <pc:sldMk cId="0" sldId="262"/>
        </pc:sldMkLst>
        <pc:picChg chg="add mod">
          <ac:chgData name="Aman Shrivastava" userId="S::ashrivastava@edunetfoundation.org::c21995ab-fa37-4cde-b5a3-dec0fb9e9a10" providerId="AD" clId="Web-{088AD18C-7811-B1E2-9ED5-57A1A5542DF6}" dt="2026-06-19T06:15:34.945" v="78" actId="1076"/>
          <ac:picMkLst>
            <pc:docMk/>
            <pc:sldMk cId="0" sldId="262"/>
            <ac:picMk id="3" creationId="{81932CE2-F219-0CA8-0102-55B8C682B8A2}"/>
          </ac:picMkLst>
        </pc:picChg>
      </pc:sldChg>
      <pc:sldChg chg="addSp delSp modSp">
        <pc:chgData name="Aman Shrivastava" userId="S::ashrivastava@edunetfoundation.org::c21995ab-fa37-4cde-b5a3-dec0fb9e9a10" providerId="AD" clId="Web-{088AD18C-7811-B1E2-9ED5-57A1A5542DF6}" dt="2026-06-19T06:25:36.169" v="257" actId="20577"/>
        <pc:sldMkLst>
          <pc:docMk/>
          <pc:sldMk cId="2115484872" sldId="277"/>
        </pc:sldMkLst>
        <pc:spChg chg="add mod">
          <ac:chgData name="Aman Shrivastava" userId="S::ashrivastava@edunetfoundation.org::c21995ab-fa37-4cde-b5a3-dec0fb9e9a10" providerId="AD" clId="Web-{088AD18C-7811-B1E2-9ED5-57A1A5542DF6}" dt="2026-06-19T06:25:32.075" v="255" actId="20577"/>
          <ac:spMkLst>
            <pc:docMk/>
            <pc:sldMk cId="2115484872" sldId="277"/>
            <ac:spMk id="14" creationId="{7B8E599E-5B1D-59CD-4F1D-CEF8D0CA327B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5:36.169" v="257" actId="20577"/>
          <ac:spMkLst>
            <pc:docMk/>
            <pc:sldMk cId="2115484872" sldId="277"/>
            <ac:spMk id="15" creationId="{B22EA981-5113-2D05-C1A2-169306E1D47C}"/>
          </ac:spMkLst>
        </pc:spChg>
        <pc:picChg chg="add mod">
          <ac:chgData name="Aman Shrivastava" userId="S::ashrivastava@edunetfoundation.org::c21995ab-fa37-4cde-b5a3-dec0fb9e9a10" providerId="AD" clId="Web-{088AD18C-7811-B1E2-9ED5-57A1A5542DF6}" dt="2026-06-19T06:25:26.403" v="253" actId="1076"/>
          <ac:picMkLst>
            <pc:docMk/>
            <pc:sldMk cId="2115484872" sldId="277"/>
            <ac:picMk id="12" creationId="{3E29AF1D-88C4-87E5-74DF-4E97121E06CE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4" actId="1076"/>
          <ac:picMkLst>
            <pc:docMk/>
            <pc:sldMk cId="2115484872" sldId="277"/>
            <ac:picMk id="13" creationId="{C81444F5-0692-DD67-1759-70821E53B029}"/>
          </ac:picMkLst>
        </pc:picChg>
      </pc:sldChg>
      <pc:sldChg chg="addSp delSp modSp add del ord">
        <pc:chgData name="Aman Shrivastava" userId="S::ashrivastava@edunetfoundation.org::c21995ab-fa37-4cde-b5a3-dec0fb9e9a10" providerId="AD" clId="Web-{088AD18C-7811-B1E2-9ED5-57A1A5542DF6}" dt="2026-06-19T06:28:44.546" v="262"/>
        <pc:sldMkLst>
          <pc:docMk/>
          <pc:sldMk cId="3764405840" sldId="278"/>
        </pc:sldMkLst>
        <pc:spChg chg="add del mod">
          <ac:chgData name="Aman Shrivastava" userId="S::ashrivastava@edunetfoundation.org::c21995ab-fa37-4cde-b5a3-dec0fb9e9a10" providerId="AD" clId="Web-{088AD18C-7811-B1E2-9ED5-57A1A5542DF6}" dt="2026-06-19T06:06:19.065" v="68" actId="20577"/>
          <ac:spMkLst>
            <pc:docMk/>
            <pc:sldMk cId="3764405840" sldId="278"/>
            <ac:spMk id="2" creationId="{151FBD4A-3273-E454-091D-D5B0678FC299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1:15.349" v="75" actId="1076"/>
        <pc:sldMkLst>
          <pc:docMk/>
          <pc:sldMk cId="2772501912" sldId="279"/>
        </pc:sldMkLst>
        <pc:picChg chg="add mod">
          <ac:chgData name="Aman Shrivastava" userId="S::ashrivastava@edunetfoundation.org::c21995ab-fa37-4cde-b5a3-dec0fb9e9a10" providerId="AD" clId="Web-{088AD18C-7811-B1E2-9ED5-57A1A5542DF6}" dt="2026-06-19T06:11:15.349" v="75" actId="1076"/>
          <ac:picMkLst>
            <pc:docMk/>
            <pc:sldMk cId="2772501912" sldId="279"/>
            <ac:picMk id="4" creationId="{C597681A-DF93-B190-DD21-CBAEDA4E3CBF}"/>
          </ac:picMkLst>
        </pc:picChg>
      </pc:sldChg>
      <pc:sldChg chg="addSp delSp ord">
        <pc:chgData name="Aman Shrivastava" userId="S::ashrivastava@edunetfoundation.org::c21995ab-fa37-4cde-b5a3-dec0fb9e9a10" providerId="AD" clId="Web-{088AD18C-7811-B1E2-9ED5-57A1A5542DF6}" dt="2026-06-19T06:27:30.076" v="259"/>
        <pc:sldMkLst>
          <pc:docMk/>
          <pc:sldMk cId="2605851928" sldId="287"/>
        </pc:sldMkLst>
      </pc:sldChg>
      <pc:sldChg chg="addSp delSp modSp new">
        <pc:chgData name="Aman Shrivastava" userId="S::ashrivastava@edunetfoundation.org::c21995ab-fa37-4cde-b5a3-dec0fb9e9a10" providerId="AD" clId="Web-{088AD18C-7811-B1E2-9ED5-57A1A5542DF6}" dt="2026-06-19T05:49:31.148" v="36" actId="20577"/>
        <pc:sldMkLst>
          <pc:docMk/>
          <pc:sldMk cId="1229047658" sldId="288"/>
        </pc:sldMkLst>
        <pc:spChg chg="add mod">
          <ac:chgData name="Aman Shrivastava" userId="S::ashrivastava@edunetfoundation.org::c21995ab-fa37-4cde-b5a3-dec0fb9e9a10" providerId="AD" clId="Web-{088AD18C-7811-B1E2-9ED5-57A1A5542DF6}" dt="2026-06-19T05:49:31.148" v="36" actId="20577"/>
          <ac:spMkLst>
            <pc:docMk/>
            <pc:sldMk cId="1229047658" sldId="288"/>
            <ac:spMk id="6" creationId="{3F1C7BCA-5DD7-F4D3-A937-D1C56976DA01}"/>
          </ac:spMkLst>
        </pc:spChg>
      </pc:sldChg>
    </pc:docChg>
  </pc:docChgLst>
  <pc:docChgLst>
    <pc:chgData name="Aman Shrivastava" userId="S::ashrivastava@edunetfoundation.org::c21995ab-fa37-4cde-b5a3-dec0fb9e9a10" providerId="AD" clId="Web-{E27D249D-B118-0810-7731-E1B1C378D9D3}"/>
    <pc:docChg chg="modSld">
      <pc:chgData name="Aman Shrivastava" userId="S::ashrivastava@edunetfoundation.org::c21995ab-fa37-4cde-b5a3-dec0fb9e9a10" providerId="AD" clId="Web-{E27D249D-B118-0810-7731-E1B1C378D9D3}" dt="2026-06-19T09:09:54.163" v="1" actId="20577"/>
      <pc:docMkLst>
        <pc:docMk/>
      </pc:docMkLst>
      <pc:sldChg chg="modSp">
        <pc:chgData name="Aman Shrivastava" userId="S::ashrivastava@edunetfoundation.org::c21995ab-fa37-4cde-b5a3-dec0fb9e9a10" providerId="AD" clId="Web-{E27D249D-B118-0810-7731-E1B1C378D9D3}" dt="2026-06-19T09:09:54.163" v="1" actId="20577"/>
        <pc:sldMkLst>
          <pc:docMk/>
          <pc:sldMk cId="3764405840" sldId="278"/>
        </pc:sldMkLst>
        <pc:spChg chg="mod">
          <ac:chgData name="Aman Shrivastava" userId="S::ashrivastava@edunetfoundation.org::c21995ab-fa37-4cde-b5a3-dec0fb9e9a10" providerId="AD" clId="Web-{E27D249D-B118-0810-7731-E1B1C378D9D3}" dt="2026-06-19T09:09:54.163" v="1" actId="20577"/>
          <ac:spMkLst>
            <pc:docMk/>
            <pc:sldMk cId="3764405840" sldId="278"/>
            <ac:spMk id="3" creationId="{4A7608B5-9906-EFCF-959A-E89FC2E3EE19}"/>
          </ac:spMkLst>
        </pc:spChg>
      </pc:sldChg>
    </pc:docChg>
  </pc:docChgLst>
  <pc:docChgLst>
    <pc:chgData name="Bhupesh Vyankat Ther" userId="S::bvther@edunetfoundation.org::3dcf1697-dd97-45f9-859f-b5bba4487417" providerId="AD" clId="Web-{9DDCDCB8-E336-06C9-9BC1-C212CD122CD0}"/>
    <pc:docChg chg="modSld">
      <pc:chgData name="Bhupesh Vyankat Ther" userId="S::bvther@edunetfoundation.org::3dcf1697-dd97-45f9-859f-b5bba4487417" providerId="AD" clId="Web-{9DDCDCB8-E336-06C9-9BC1-C212CD122CD0}" dt="2026-06-23T04:41:50.196" v="0" actId="1076"/>
      <pc:docMkLst>
        <pc:docMk/>
      </pc:docMkLst>
      <pc:sldChg chg="modSp">
        <pc:chgData name="Bhupesh Vyankat Ther" userId="S::bvther@edunetfoundation.org::3dcf1697-dd97-45f9-859f-b5bba4487417" providerId="AD" clId="Web-{9DDCDCB8-E336-06C9-9BC1-C212CD122CD0}" dt="2026-06-23T04:41:50.196" v="0" actId="1076"/>
        <pc:sldMkLst>
          <pc:docMk/>
          <pc:sldMk cId="1229047658" sldId="288"/>
        </pc:sldMkLst>
        <pc:picChg chg="mod">
          <ac:chgData name="Bhupesh Vyankat Ther" userId="S::bvther@edunetfoundation.org::3dcf1697-dd97-45f9-859f-b5bba4487417" providerId="AD" clId="Web-{9DDCDCB8-E336-06C9-9BC1-C212CD122CD0}" dt="2026-06-23T04:41:50.196" v="0" actId="1076"/>
          <ac:picMkLst>
            <pc:docMk/>
            <pc:sldMk cId="1229047658" sldId="288"/>
            <ac:picMk id="4" creationId="{A037CFD0-B7FF-D9BE-3433-88E5844EF332}"/>
          </ac:picMkLst>
        </pc:picChg>
      </pc:sldChg>
    </pc:docChg>
  </pc:docChgLst>
  <pc:docChgLst>
    <pc:chgData name="Aswini Kumar Motapothula" userId="S::aswinikumar@edunetfoundation.org::8849ae8d-bc89-4217-899c-9440ffcae5bb" providerId="AD" clId="Web-{5597DED7-87E9-8FFE-C42B-07F44890EE69}"/>
    <pc:docChg chg="addSld delSld">
      <pc:chgData name="Aswini Kumar Motapothula" userId="S::aswinikumar@edunetfoundation.org::8849ae8d-bc89-4217-899c-9440ffcae5bb" providerId="AD" clId="Web-{5597DED7-87E9-8FFE-C42B-07F44890EE69}" dt="2026-07-14T12:42:56.737" v="35"/>
      <pc:docMkLst>
        <pc:docMk/>
      </pc:docMkLst>
      <pc:sldChg chg="del">
        <pc:chgData name="Aswini Kumar Motapothula" userId="S::aswinikumar@edunetfoundation.org::8849ae8d-bc89-4217-899c-9440ffcae5bb" providerId="AD" clId="Web-{5597DED7-87E9-8FFE-C42B-07F44890EE69}" dt="2026-07-14T12:42:56.737" v="35"/>
        <pc:sldMkLst>
          <pc:docMk/>
          <pc:sldMk cId="0" sldId="25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9"/>
        <pc:sldMkLst>
          <pc:docMk/>
          <pc:sldMk cId="0" sldId="26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8"/>
        <pc:sldMkLst>
          <pc:docMk/>
          <pc:sldMk cId="0" sldId="264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1"/>
        <pc:sldMkLst>
          <pc:docMk/>
          <pc:sldMk cId="0" sldId="27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7"/>
        <pc:sldMkLst>
          <pc:docMk/>
          <pc:sldMk cId="2115484872" sldId="27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2"/>
        <pc:sldMkLst>
          <pc:docMk/>
          <pc:sldMk cId="3764405840" sldId="27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0"/>
        <pc:sldMkLst>
          <pc:docMk/>
          <pc:sldMk cId="2772501912" sldId="279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4"/>
        <pc:sldMkLst>
          <pc:docMk/>
          <pc:sldMk cId="2136706720" sldId="280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1"/>
        <pc:sldMkLst>
          <pc:docMk/>
          <pc:sldMk cId="328526394" sldId="281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4"/>
        <pc:sldMkLst>
          <pc:docMk/>
          <pc:sldMk cId="2952584201" sldId="28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42.455" v="20"/>
        <pc:sldMkLst>
          <pc:docMk/>
          <pc:sldMk cId="957564641" sldId="283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3"/>
        <pc:sldMkLst>
          <pc:docMk/>
          <pc:sldMk cId="2290294991" sldId="285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6"/>
        <pc:sldMkLst>
          <pc:docMk/>
          <pc:sldMk cId="917964102" sldId="28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5"/>
        <pc:sldMkLst>
          <pc:docMk/>
          <pc:sldMk cId="2605851928" sldId="28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3"/>
        <pc:sldMkLst>
          <pc:docMk/>
          <pc:sldMk cId="1229047658" sldId="28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2"/>
        <pc:sldMkLst>
          <pc:docMk/>
          <pc:sldMk cId="2506610743" sldId="28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157" v="0"/>
        <pc:sldMkLst>
          <pc:docMk/>
          <pc:sldMk cId="3828559527" sldId="29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04" v="1"/>
        <pc:sldMkLst>
          <pc:docMk/>
          <pc:sldMk cId="952317876" sldId="29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66" v="2"/>
        <pc:sldMkLst>
          <pc:docMk/>
          <pc:sldMk cId="261653373" sldId="29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13" v="3"/>
        <pc:sldMkLst>
          <pc:docMk/>
          <pc:sldMk cId="619459906" sldId="29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60" v="4"/>
        <pc:sldMkLst>
          <pc:docMk/>
          <pc:sldMk cId="443603904" sldId="29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563" v="5"/>
        <pc:sldMkLst>
          <pc:docMk/>
          <pc:sldMk cId="3114963633" sldId="29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735" v="6"/>
        <pc:sldMkLst>
          <pc:docMk/>
          <pc:sldMk cId="1316545553" sldId="29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923" v="7"/>
        <pc:sldMkLst>
          <pc:docMk/>
          <pc:sldMk cId="232371894" sldId="29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094" v="8"/>
        <pc:sldMkLst>
          <pc:docMk/>
          <pc:sldMk cId="445195169" sldId="29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235" v="9"/>
        <pc:sldMkLst>
          <pc:docMk/>
          <pc:sldMk cId="4000696967" sldId="29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345" v="10"/>
        <pc:sldMkLst>
          <pc:docMk/>
          <pc:sldMk cId="893417001" sldId="30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548" v="11"/>
        <pc:sldMkLst>
          <pc:docMk/>
          <pc:sldMk cId="1429961814" sldId="30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704" v="12"/>
        <pc:sldMkLst>
          <pc:docMk/>
          <pc:sldMk cId="3585092305" sldId="30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876" v="13"/>
        <pc:sldMkLst>
          <pc:docMk/>
          <pc:sldMk cId="2601907186" sldId="30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38" v="14"/>
        <pc:sldMkLst>
          <pc:docMk/>
          <pc:sldMk cId="2325282270" sldId="30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70" v="15"/>
        <pc:sldMkLst>
          <pc:docMk/>
          <pc:sldMk cId="4040412275" sldId="30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016" v="16"/>
        <pc:sldMkLst>
          <pc:docMk/>
          <pc:sldMk cId="740028465" sldId="30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157" v="17"/>
        <pc:sldMkLst>
          <pc:docMk/>
          <pc:sldMk cId="2833482715" sldId="30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282" v="18"/>
        <pc:sldMkLst>
          <pc:docMk/>
          <pc:sldMk cId="4175177701" sldId="30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391" v="19"/>
        <pc:sldMkLst>
          <pc:docMk/>
          <pc:sldMk cId="1440137342" sldId="309"/>
        </pc:sldMkLst>
      </pc:sldChg>
    </pc:docChg>
  </pc:docChgLst>
  <pc:docChgLst>
    <pc:chgData name="Aswini Kumar Motapothula" userId="S::aswinikumar@edunetfoundation.org::8849ae8d-bc89-4217-899c-9440ffcae5bb" providerId="AD" clId="Web-{0037A25B-DA5D-A37C-3B36-7F0977405ABF}"/>
    <pc:docChg chg="addSld modSld">
      <pc:chgData name="Aswini Kumar Motapothula" userId="S::aswinikumar@edunetfoundation.org::8849ae8d-bc89-4217-899c-9440ffcae5bb" providerId="AD" clId="Web-{0037A25B-DA5D-A37C-3B36-7F0977405ABF}" dt="2026-06-19T05:59:39.887" v="95" actId="20577"/>
      <pc:docMkLst>
        <pc:docMk/>
      </pc:docMkLst>
      <pc:sldChg chg="addSp delSp modSp">
        <pc:chgData name="Aswini Kumar Motapothula" userId="S::aswinikumar@edunetfoundation.org::8849ae8d-bc89-4217-899c-9440ffcae5bb" providerId="AD" clId="Web-{0037A25B-DA5D-A37C-3B36-7F0977405ABF}" dt="2026-06-19T05:59:39.887" v="95" actId="20577"/>
        <pc:sldMkLst>
          <pc:docMk/>
          <pc:sldMk cId="1229047658" sldId="288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9:39.887" v="95" actId="20577"/>
          <ac:spMkLst>
            <pc:docMk/>
            <pc:sldMk cId="1229047658" sldId="288"/>
            <ac:spMk id="3" creationId="{4837D5EE-379B-FDC5-0854-8AC81D31FADF}"/>
          </ac:spMkLst>
        </pc:spChg>
      </pc:sldChg>
      <pc:sldChg chg="addSp delSp modSp new">
        <pc:chgData name="Aswini Kumar Motapothula" userId="S::aswinikumar@edunetfoundation.org::8849ae8d-bc89-4217-899c-9440ffcae5bb" providerId="AD" clId="Web-{0037A25B-DA5D-A37C-3B36-7F0977405ABF}" dt="2026-06-19T05:55:38.278" v="91" actId="1076"/>
        <pc:sldMkLst>
          <pc:docMk/>
          <pc:sldMk cId="2506610743" sldId="289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4:43.950" v="57" actId="1076"/>
          <ac:spMkLst>
            <pc:docMk/>
            <pc:sldMk cId="2506610743" sldId="289"/>
            <ac:spMk id="5" creationId="{CA8544A9-CF92-3FAF-D3EE-31DF90F7A64D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5:27.278" v="87" actId="20577"/>
          <ac:spMkLst>
            <pc:docMk/>
            <pc:sldMk cId="2506610743" sldId="289"/>
            <ac:spMk id="6" creationId="{C0D36B1A-26C2-CD55-1032-4CB5E4EDF305}"/>
          </ac:spMkLst>
        </pc:spChg>
        <pc:picChg chg="add mod modCrop">
          <ac:chgData name="Aswini Kumar Motapothula" userId="S::aswinikumar@edunetfoundation.org::8849ae8d-bc89-4217-899c-9440ffcae5bb" providerId="AD" clId="Web-{0037A25B-DA5D-A37C-3B36-7F0977405ABF}" dt="2026-06-19T05:55:38.278" v="91" actId="1076"/>
          <ac:picMkLst>
            <pc:docMk/>
            <pc:sldMk cId="2506610743" sldId="289"/>
            <ac:picMk id="4" creationId="{099C3698-991D-7A38-C456-893C84C23FC9}"/>
          </ac:picMkLst>
        </pc:picChg>
      </pc:sldChg>
    </pc:docChg>
  </pc:docChgLst>
  <pc:docChgLst>
    <pc:chgData name="Aman Shrivastava" userId="S::ashrivastava@edunetfoundation.org::c21995ab-fa37-4cde-b5a3-dec0fb9e9a10" providerId="AD" clId="Web-{A6B9108B-7598-1D50-C4AA-8A38026DAEEF}"/>
    <pc:docChg chg="modSld">
      <pc:chgData name="Aman Shrivastava" userId="S::ashrivastava@edunetfoundation.org::c21995ab-fa37-4cde-b5a3-dec0fb9e9a10" providerId="AD" clId="Web-{A6B9108B-7598-1D50-C4AA-8A38026DAEEF}" dt="2026-06-19T06:56:18.840" v="15" actId="20577"/>
      <pc:docMkLst>
        <pc:docMk/>
      </pc:docMkLst>
      <pc:sldChg chg="modSp">
        <pc:chgData name="Aman Shrivastava" userId="S::ashrivastava@edunetfoundation.org::c21995ab-fa37-4cde-b5a3-dec0fb9e9a10" providerId="AD" clId="Web-{A6B9108B-7598-1D50-C4AA-8A38026DAEEF}" dt="2026-06-19T06:56:18.840" v="15" actId="20577"/>
        <pc:sldMkLst>
          <pc:docMk/>
          <pc:sldMk cId="2605851928" sldId="287"/>
        </pc:sldMkLst>
        <pc:spChg chg="mod">
          <ac:chgData name="Aman Shrivastava" userId="S::ashrivastava@edunetfoundation.org::c21995ab-fa37-4cde-b5a3-dec0fb9e9a10" providerId="AD" clId="Web-{A6B9108B-7598-1D50-C4AA-8A38026DAEEF}" dt="2026-06-19T06:56:18.840" v="15" actId="20577"/>
          <ac:spMkLst>
            <pc:docMk/>
            <pc:sldMk cId="2605851928" sldId="287"/>
            <ac:spMk id="279" creationId="{3711AF54-94A6-B837-31EF-9A8C4ECB9AF6}"/>
          </ac:spMkLst>
        </pc:spChg>
      </pc:sldChg>
      <pc:sldChg chg="addSp delSp modSp">
        <pc:chgData name="Aman Shrivastava" userId="S::ashrivastava@edunetfoundation.org::c21995ab-fa37-4cde-b5a3-dec0fb9e9a10" providerId="AD" clId="Web-{A6B9108B-7598-1D50-C4AA-8A38026DAEEF}" dt="2026-06-19T06:56:04.356" v="13" actId="1076"/>
        <pc:sldMkLst>
          <pc:docMk/>
          <pc:sldMk cId="1229047658" sldId="288"/>
        </pc:sldMkLst>
        <pc:picChg chg="add mod">
          <ac:chgData name="Aman Shrivastava" userId="S::ashrivastava@edunetfoundation.org::c21995ab-fa37-4cde-b5a3-dec0fb9e9a10" providerId="AD" clId="Web-{A6B9108B-7598-1D50-C4AA-8A38026DAEEF}" dt="2026-06-19T06:56:04.356" v="13" actId="1076"/>
          <ac:picMkLst>
            <pc:docMk/>
            <pc:sldMk cId="1229047658" sldId="288"/>
            <ac:picMk id="4" creationId="{A037CFD0-B7FF-D9BE-3433-88E5844EF332}"/>
          </ac:picMkLst>
        </pc:picChg>
      </pc:sldChg>
      <pc:sldChg chg="addSp delSp modSp">
        <pc:chgData name="Aman Shrivastava" userId="S::ashrivastava@edunetfoundation.org::c21995ab-fa37-4cde-b5a3-dec0fb9e9a10" providerId="AD" clId="Web-{A6B9108B-7598-1D50-C4AA-8A38026DAEEF}" dt="2026-06-19T06:53:17.010" v="3"/>
        <pc:sldMkLst>
          <pc:docMk/>
          <pc:sldMk cId="2506610743" sldId="289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/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r>
                        <a:t>Kaushik M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kaushikmanivezh@gmail.com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6381778427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53024" y="3738417"/>
            <a:ext cx="762500" cy="80181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Domain of  Project – </a:t>
            </a:r>
            <a:r>
              <a:rPr lang="en-US" sz="2400" b="1">
                <a:highlight>
                  <a:srgbClr val="FFFF00"/>
                </a:highlight>
              </a:rPr>
              <a:t>Education &amp; Academic Research Tools</a:t>
            </a:r>
            <a:endParaRPr lang="en-IN" sz="2400" b="1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Project Tile – </a:t>
            </a:r>
            <a:r>
              <a:rPr lang="en-US" sz="2400" b="1">
                <a:highlight>
                  <a:srgbClr val="FFFF00"/>
                </a:highlight>
              </a:rPr>
              <a:t>TikZFlow — Agentic AI-Powered LaTeX Diagram Generator for Academic Research</a:t>
            </a:r>
            <a:r>
              <a:rPr lang="en-US" sz="2400" b="1">
                <a:solidFill>
                  <a:srgbClr val="00206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400" b="1">
                <a:highlight>
                  <a:srgbClr val="FFFF00"/>
                </a:highlight>
              </a:rPr>
              <a:t/>
            </a:r>
            <a:endParaRPr lang="en-IN" sz="2400" b="1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023FA-CFEB-ACE9-8425-7E72E307CDC5}"/>
              </a:ext>
            </a:extLst>
          </p:cNvPr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Recommended font style and size:</a:t>
            </a:r>
            <a:br>
              <a:rPr lang="en-US" sz="2000">
                <a:solidFill>
                  <a:srgbClr val="FF0000"/>
                </a:solidFill>
              </a:rPr>
            </a:br>
            <a:br>
              <a:rPr lang="en-US" sz="2000"/>
            </a:br>
            <a:r>
              <a:rPr lang="en-US" sz="2000">
                <a:solidFill>
                  <a:srgbClr val="FF0000"/>
                </a:solidFill>
              </a:rPr>
              <a:t>Font Style: Arial</a:t>
            </a:r>
            <a:br>
              <a:rPr lang="en-US" sz="2000">
                <a:solidFill>
                  <a:srgbClr val="FF0000"/>
                </a:solidFill>
              </a:rPr>
            </a:br>
            <a:r>
              <a:rPr lang="en-US" sz="2000">
                <a:solidFill>
                  <a:srgbClr val="FF0000"/>
                </a:solidFill>
              </a:rPr>
              <a:t>Font Size (Heading): 28</a:t>
            </a:r>
          </a:p>
          <a:p>
            <a:r>
              <a:rPr lang="en-US" sz="2000">
                <a:solidFill>
                  <a:srgbClr val="FF0000"/>
                </a:solidFill>
              </a:rPr>
              <a:t>Font Size (Content): 20</a:t>
            </a:r>
          </a:p>
        </p:txBody>
      </p:sp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No.26 : AI-Powered LaTeX Diagram Generator for Academic Research</a:t>
            </a:r>
            <a:r>
              <a:rPr lang="en-US" dirty="0"/>
              <a:t> </a:t>
            </a:r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Writing TikZ/LaTeX diagrams by hand is slow and error-prone: a single missing semicolon or malformed coordinate silently produces a fatal compile error, and even code that compiles can render blank or with overlapping labels. Researchers and students routinely burn significant time on trial-and-error diagram debugging instead of on the actual content.</a:t>
            </a:r>
            <a:r>
              <a:rPr lang="en-US" b="1" dirty="0"/>
              <a:t/>
            </a:r>
            <a:r>
              <a:rPr lang="en-US" dirty="0"/>
              <a:t/>
            </a:r>
            <a:r>
              <a:rPr lang="en-US" b="1" dirty="0"/>
              <a:t/>
            </a:r>
            <a:r>
              <a:rPr lang="en-US" dirty="0"/>
              <a:t/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The Objective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Build an agentic system that converts natural-language descriptions (and, as a future extension, sketches) into compilable, publication-ready TikZ code, and that autonomously verifies and corrects its own output rather than returning a single generate-and-hope response. The solution should:</a:t>
            </a:r>
            <a:r>
              <a:rPr lang="en-US" b="1" dirty="0"/>
              <a:t/>
            </a:r>
            <a:r>
              <a:rPr lang="en-US" dirty="0"/>
              <a:t/>
            </a:r>
            <a:r>
              <a:rPr lang="en-US" b="1" dirty="0"/>
              <a:t/>
            </a:r>
            <a:r>
              <a:rPr lang="en-US" dirty="0"/>
              <a:t/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Natural Language to TikZ</a:t>
            </a:r>
            <a:r>
              <a:rPr lang="en-US" dirty="0"/>
              <a:t> – Convert plain-English diagram descriptions into a compilable TikZ/LaTeX body.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Autonomous Compile &amp; Fix</a:t>
            </a:r>
            <a:r>
              <a:rPr lang="en-US" dirty="0"/>
              <a:t> – Compile every attempt against a real LaTeX toolchain and self-correct using the exact compiler error, with no manual intervention.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Visual Correctness Checking</a:t>
            </a:r>
            <a:r>
              <a:rPr lang="en-US" dirty="0"/>
              <a:t> – Go beyond “does it compile” to catch blank renders and overlapping node labels.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Iterative Refinement</a:t>
            </a:r>
            <a:r>
              <a:rPr lang="en-US" dirty="0"/>
              <a:t> – Accept natural-language follow-up edits on top of an already-generated diagram.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Pipeline Stages</a:t>
            </a:r>
            <a:r>
              <a:rPr lang="en-US" dirty="0"/>
              <a:t> –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Pattern Retrieval</a:t>
            </a:r>
            <a:r>
              <a:rPr lang="en-US" dirty="0"/>
              <a:t> (keyword-matched TikZ skeleton library)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Generation</a:t>
            </a:r>
            <a:r>
              <a:rPr lang="en-US" dirty="0"/>
              <a:t> (IBM Granite via watsonx.ai, grounded by the retrieved skeleton)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Compile + Visual Validation</a:t>
            </a:r>
            <a:r>
              <a:rPr lang="en-US" dirty="0"/>
              <a:t> (pdflatex, plus blank-canvas and node-overlap detection)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Self-Correction</a:t>
            </a:r>
            <a:r>
              <a:rPr lang="en-US" dirty="0"/>
              <a:t> (error-grounded retry, up to 4 attempts)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Streamlit Dashboard</a:t>
            </a:r>
            <a:r>
              <a:rPr lang="en-US" dirty="0"/>
              <a:t> – Live diagram preview, full agent trace, and a token-usage panel.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b="1" dirty="0"/>
              <a:t>Proposed Solution: TikZFlow</a:t>
            </a:r>
          </a:p>
          <a:p>
            <a:r>
              <a:rPr lang="en-US" dirty="0"/>
              <a:t>The proposed solution is a retrieval-grounded, self-correcting agentic pipeline built using IBM Bob, IBM watsonx.ai, and Granite Models, converting natural-language diagram descriptions into compilable, publication-ready TikZ/LaTeX. It addresses the unreliability of pure LLM code generation for PGF/TikZ syntax through a multi-stage autonomous correction loop.</a:t>
            </a:r>
            <a:r>
              <a:rPr lang="en-US" b="1" dirty="0"/>
              <a:t/>
            </a:r>
            <a:r>
              <a:rPr lang="en-US" dirty="0"/>
              <a:t/>
            </a:r>
            <a:r>
              <a:rPr lang="en-US" b="1" dirty="0"/>
              <a:t/>
            </a:r>
            <a:r>
              <a:rPr lang="en-US" dirty="0"/>
              <a:t/>
            </a:r>
          </a:p>
          <a:p>
            <a:r>
              <a:rPr lang="en-US" dirty="0"/>
              <a:t>At its core, the solution retrieves the closest-matching pattern from a curated TikZ template library before generation, rather than asking Granite to invent PGF syntax on a blank page. This retrieval-before-generation step applies the same principle behind RAG to code synthesis instead of conversation, and is what keeps first-try compile rates high.</a:t>
            </a:r>
            <a:r>
              <a:rPr lang="en-US" b="1" dirty="0"/>
              <a:t/>
            </a:r>
            <a:r>
              <a:rPr lang="en-US" dirty="0"/>
              <a:t/>
            </a:r>
          </a:p>
          <a:p>
            <a:r>
              <a:rPr lang="en-US" dirty="0"/>
              <a:t>The system consists of four cooperating stages:</a:t>
            </a:r>
          </a:p>
          <a:p>
            <a:r>
              <a:rPr lang="en-US" b="1" dirty="0"/>
              <a:t>Pattern Retrieval Agent</a:t>
            </a:r>
            <a:r>
              <a:rPr lang="en-US" dirty="0"/>
              <a:t> matches the request against six verified TikZ diagram families (neural nets, flowcharts, automata, sequence diagrams, circuits, org charts). </a:t>
            </a:r>
          </a:p>
          <a:p>
            <a:r>
              <a:rPr lang="en-US" b="1" dirty="0"/>
              <a:t>Generation Agent</a:t>
            </a:r>
            <a:r>
              <a:rPr lang="en-US" dirty="0"/>
              <a:t> adapts the retrieved skeleton (or generates from scratch) using IBM Granite on watsonx.ai. </a:t>
            </a:r>
          </a:p>
          <a:p>
            <a:r>
              <a:rPr lang="en-US" b="1" dirty="0"/>
              <a:t>Compile &amp; Visual-Validation Agent</a:t>
            </a:r>
            <a:r>
              <a:rPr lang="en-US" dirty="0"/>
              <a:t> runs pdflatex and inspects the rendered pixels for blank canvases and coordinate-level node overlaps. </a:t>
            </a:r>
          </a:p>
          <a:p>
            <a:r>
              <a:rPr lang="en-US" b="1" dirty="0"/>
              <a:t>Self-Correction Agent</a:t>
            </a:r>
            <a:r>
              <a:rPr lang="en-US" dirty="0"/>
              <a:t> feeds the exact compiler error or visual finding back into Granite and retries, up to 4 attempts. </a:t>
            </a:r>
          </a:p>
          <a:p>
            <a:r>
              <a:rPr lang="en-US" dirty="0"/>
              <a:t>The solution includes a Streamlit dashboard that shows the live rendered diagram, the full multi-attempt agent trace, and a running token-usage counter for every session.</a:t>
            </a:r>
            <a:r>
              <a:rPr lang="en-US" b="1" dirty="0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</a:p>
          <a:p>
            <a:r>
              <a:rPr lang="en-US" dirty="0"/>
              <a:t>IBM Bob is used to build and verify this pipeline end to end, while watsonx.ai hosts Granite for generation and self-correction. A fully offline pattern-fallback mode keeps the whole system testable without live cloud credentials.</a:t>
            </a:r>
          </a:p>
          <a:p>
            <a:r>
              <a:rPr lang="en-US" dirty="0"/>
              <a:t>Overall, this solution trades a blank-page LLM gamble for a grounded, self-checking pipeline — producing diagrams that are verified to compile and look right, not diagrams that were merely generated.</a:t>
            </a:r>
            <a:r>
              <a:rPr lang="en-US" b="1" dirty="0"/>
              <a:t/>
            </a:r>
            <a:r>
              <a:rPr lang="en-US" dirty="0"/>
              <a:t/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Bob platform </a:t>
            </a:r>
            <a:r>
              <a:rPr lang="en-US" sz="1800" dirty="0"/>
              <a:t>– Used to build, verify, and iterate on the full TikZFlow pipeline (retrieval, generation, compile, validation, self-correction).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Granite model – ibm/granite-3-8b-instruct via watsonx.ai – for TikZ generation and error-grounded self-correction</a:t>
            </a:r>
            <a:r>
              <a:rPr lang="en-US" sz="1800" b="1" dirty="0" err="1"/>
              <a:t/>
            </a:r>
            <a:r>
              <a:rPr lang="en-US" sz="1800" b="1" dirty="0"/>
              <a:t/>
            </a:r>
            <a:r>
              <a:rPr lang="en-US" sz="1800" dirty="0"/>
              <a:t/>
            </a:r>
            <a:r>
              <a:rPr lang="en-US" sz="1800" dirty="0" err="1"/>
              <a:t/>
            </a:r>
            <a:r>
              <a:rPr lang="en-US" sz="1800" dirty="0"/>
              <a:t/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Cloud </a:t>
            </a:r>
            <a:r>
              <a:rPr lang="en-US" sz="1800" dirty="0"/>
              <a:t>– Hosts the watsonx.ai project and provides the Lite-tier infrastructure the pipeline runs on.</a:t>
            </a:r>
            <a:r>
              <a:rPr lang="en-US" sz="1800" b="1" dirty="0"/>
              <a:t/>
            </a:r>
            <a:r>
              <a:rPr lang="en-US" sz="1800" dirty="0"/>
              <a:t/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Retrieval-grounded generation</a:t>
            </a:r>
            <a:r>
              <a:rPr lang="en-US" sz="1800" dirty="0"/>
              <a:t> – A curated TikZ pattern library is retrieved by keyword match and handed to Granite as a skeleton to adapt, instead of generating PGF syntax from a blank page.</a:t>
            </a:r>
            <a:r>
              <a:rPr lang="en-US" sz="1800" b="1" dirty="0"/>
              <a:t/>
            </a:r>
            <a:r>
              <a:rPr lang="en-US" sz="1800" dirty="0"/>
              <a:t/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Watsonx.ai - </a:t>
            </a:r>
            <a:r>
              <a:rPr lang="en-US" sz="1800" dirty="0"/>
              <a:t>For Granite model hosting and inference.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LaTeX / TeX Live </a:t>
            </a:r>
            <a:r>
              <a:rPr lang="en-IN" sz="1800" dirty="0"/>
              <a:t>(pdflatex + circuitikz) – the ground-truth compiler every generated diagram is verified against.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332F3F-EEF3-260F-52BA-623707750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80" y="863187"/>
            <a:ext cx="10028385" cy="533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AE77B4-704A-3A83-DF19-A19BAD53F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124" y="862241"/>
            <a:ext cx="10051752" cy="531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3A290A-6680-D490-E6D4-9336496B1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35" y="400546"/>
            <a:ext cx="11145396" cy="571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97535D-EBF5-41DE-E93B-760133BF9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850" y="900000"/>
            <a:ext cx="2814300" cy="5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Role of Agentic AI in TikZFlow</a:t>
            </a:r>
          </a:p>
          <a:p>
            <a:r>
              <a:rPr lang="en-US" b="1"/>
              <a:t>Agentic AI enables TikZFlow to autonomously judge and improve its own output rather than returning a single LLM response. Using IBM watsonx.ai and IBM Granite models, the system perceives (compiles and visually inspects), decides (accept, or retry with a specific reason), and acts (regenerates) without human intervention.</a:t>
            </a:r>
            <a:r>
              <a:rPr lang="en-US"/>
              <a:t/>
            </a:r>
            <a:r>
              <a:rPr lang="en-US" b="1"/>
              <a:t/>
            </a:r>
            <a:r>
              <a:rPr lang="en-US"/>
              <a:t/>
            </a:r>
            <a:r>
              <a:rPr lang="en-US" b="1"/>
              <a:t/>
            </a:r>
            <a:r>
              <a:rPr lang="en-US"/>
              <a:t/>
            </a:r>
          </a:p>
          <a:p>
            <a:r>
              <a:rPr lang="en-US"/>
              <a:t>Each stage performs a distinct role — retrieving a verified pattern, generating or adapting TikZ code, compiling it against a real LaTeX toolchain, and visually inspecting the render — while feeding results forward. This multi-stage approach is what lets the system recover from failures a single-shot generation call cannot detect.</a:t>
            </a:r>
            <a:r>
              <a:rPr lang="en-US" b="1"/>
              <a:t/>
            </a:r>
            <a:r>
              <a:rPr lang="en-US"/>
              <a:t/>
            </a:r>
          </a:p>
          <a:p>
            <a:r>
              <a:rPr lang="en-US"/>
              <a:t>Agentic AI also brings grounded self-correction: retries carry the exact compiler error or visual defect as context, converging on a working diagram within a bounded number of attempts. It supports real-time refinement, regenerating the diagram against new natural-language feedback on top of the current code.</a:t>
            </a:r>
            <a:r>
              <a:rPr lang="en-US" b="1"/>
              <a:t/>
            </a:r>
            <a:r>
              <a:rPr lang="en-US"/>
              <a:t/>
            </a:r>
            <a:r>
              <a:rPr lang="en-US" b="1"/>
              <a:t/>
            </a:r>
            <a:r>
              <a:rPr lang="en-US"/>
              <a:t/>
            </a:r>
          </a:p>
          <a:p>
            <a:r>
              <a:rPr lang="en-US"/>
              <a:t>Every attempt — accepted or rejected — is logged with its backend, its errors, and its token cost, so the full autonomous correction trace is inspectable rather than hidden behind a single final answer.</a:t>
            </a:r>
          </a:p>
          <a:p>
            <a:r>
              <a:rPr lang="en-US"/>
              <a:t>Overall, Agentic AI makes TikZFlow self-checking and reliability-driven, acting like a diagram co-author that verifies its own work before handing it back — not just a text generator.</a:t>
            </a:r>
            <a:r>
              <a:rPr lang="en-US" b="1"/>
              <a:t/>
            </a:r>
            <a:r>
              <a:rPr lang="en-US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64.2k / 270.0k tokens used for this review+fix task (2.59 Bobcoins)</a:t>
            </a: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29AF1D-88C4-87E5-74DF-4E97121E0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40" y="2453592"/>
            <a:ext cx="5095875" cy="2857500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1444F5-0692-DD67-1759-70821E53B0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601" y="2451181"/>
            <a:ext cx="5724525" cy="2857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Total Session Spend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This Task's Usage</a:t>
            </a:r>
          </a:p>
        </p:txBody>
      </p:sp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977A3-5FA0-8FF5-E1D1-86C9ED67651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30EE8C-8F89-5938-483F-004520505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44" y="885593"/>
            <a:ext cx="11163874" cy="571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2D13D-6B69-03D8-BA22-587B943A257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6B9DE6-C4BB-B81B-528A-B8789445C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49" y="1004536"/>
            <a:ext cx="10493347" cy="528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5001C-8880-8B09-8704-29D3F62E7A03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6C1B5E-405A-0E58-2397-353A88D82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493" y="800029"/>
            <a:ext cx="10583014" cy="594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/>
              <a:t>TikZFlow stands out by combining retrieval-grounded generation and pixel-level visual validation into a single self-correcting pipeline.</a:t>
            </a:r>
            <a:r>
              <a:rPr lang="en-IN" sz="1800" b="1"/>
              <a:t/>
            </a:r>
            <a:r>
              <a:rPr lang="en-IN" sz="1800"/>
              <a:t/>
            </a:r>
          </a:p>
          <a:p>
            <a:endParaRPr lang="en-IN" sz="1800"/>
          </a:p>
          <a:p>
            <a:r>
              <a:rPr lang="en-IN" sz="1800" b="1"/>
              <a:t>Retrieval-Before-Generation</a:t>
            </a:r>
            <a:r>
              <a:rPr lang="en-IN" sz="1800"/>
              <a:t> – A verified TikZ pattern library is retrieved by keyword match and adapted, instead of asking an LLM to invent PGF syntax from scratch — RAG applied to code, not conversation.</a:t>
            </a:r>
          </a:p>
          <a:p>
            <a:r>
              <a:rPr lang="en-IN" sz="1800" b="1"/>
              <a:t>Visual Validation, Not Just Compile Validation</a:t>
            </a:r>
            <a:r>
              <a:rPr lang="en-IN" sz="1800"/>
              <a:t> – Inspects rendered pixels and node coordinates, catching the “compiles but wrong” failures that compile-only pipelines miss.</a:t>
            </a:r>
          </a:p>
          <a:p>
            <a:r>
              <a:rPr lang="en-IN" sz="1800" b="1"/>
              <a:t>Grounded, Fully-Traced Self-Correction</a:t>
            </a:r>
            <a:r>
              <a:rPr lang="en-IN" sz="1800"/>
              <a:t> – Retries are seeded with the exact compiler error or visual finding, and every attempt — accepted or rejected — is logged with its backend and token cost.</a:t>
            </a:r>
          </a:p>
          <a:p>
            <a:r>
              <a:rPr lang="en-IN" sz="1800" b="1"/>
              <a:t>Fully Offline-Testable</a:t>
            </a:r>
            <a:r>
              <a:rPr lang="en-IN" sz="1800"/>
              <a:t> – Every example and test here was produced with zero IBM Cloud credentials via a transparent local fallback; the same call sites run live Granite once credentials are set.</a:t>
            </a:r>
            <a:r>
              <a:rPr lang="en-IN" sz="1800" err="1"/>
              <a:t/>
            </a:r>
            <a:r>
              <a:rPr lang="en-IN" sz="1800"/>
              <a:t/>
            </a:r>
          </a:p>
          <a:p>
            <a:r>
              <a:rPr lang="en-IN" sz="1800" b="1"/>
              <a:t/>
            </a:r>
            <a:r>
              <a:rPr lang="en-IN" sz="1800"/>
              <a:t/>
            </a:r>
          </a:p>
          <a:p>
            <a:r>
              <a:rPr lang="en-IN" sz="1800" b="1"/>
              <a:t/>
            </a:r>
            <a:r>
              <a:rPr lang="en-IN" sz="1800"/>
              <a:t/>
            </a:r>
          </a:p>
          <a:p>
            <a:r>
              <a:rPr lang="en-IN" sz="1800" b="1"/>
              <a:t/>
            </a:r>
            <a:r>
              <a:rPr lang="en-IN" sz="1800"/>
              <a:t/>
            </a:r>
            <a:r>
              <a:rPr lang="en-IN" sz="1800" b="1"/>
              <a:t/>
            </a:r>
            <a:r>
              <a:rPr lang="en-IN" sz="1800"/>
              <a:t/>
            </a:r>
            <a:r>
              <a:rPr lang="en-IN" sz="1800" b="1"/>
              <a:t/>
            </a:r>
            <a:r>
              <a:rPr lang="en-IN" sz="1800"/>
              <a:t/>
            </a:r>
          </a:p>
          <a:p>
            <a:endParaRPr lang="en-IN" sz="1800"/>
          </a:p>
          <a:p>
            <a:r>
              <a:rPr lang="en-IN" sz="1800"/>
              <a:t>This makes the solution a diagram-generation system that verifies its own correctness before responding — not just a chatbot wrapped around an LLM call.</a:t>
            </a:r>
            <a:r>
              <a:rPr lang="en-IN" sz="1800" b="1"/>
              <a:t/>
            </a:r>
            <a:r>
              <a:rPr lang="en-IN" sz="1800"/>
              <a:t/>
            </a:r>
            <a:endParaRPr lang="en-US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Please create public </a:t>
            </a:r>
            <a:r>
              <a:rPr lang="en-US" sz="1850" b="0" i="0" u="none" strike="noStrike" cap="none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URL: </a:t>
            </a:r>
            <a:r>
              <a:rPr lang="en-US" sz="185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https://github.com/kaushikm2706-tech/tikzflow</a:t>
            </a:r>
            <a:r>
              <a:rPr lang="en-US" sz="185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br>
              <a:rPr lang="en-US" sz="185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All Agent relevant files of IBM Cloud , 2) yourproblemstatement.pdf file  3) your projectpresntation.pptx file 4)any other files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Sketch Input Support 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problem statement explicitly calls for descriptions and sketches. The generation interface is already structured so a vision-capable Granite call (image → structural description → pattern retrieval) slots into the same pipeline without touching the compile/validate/fix loop.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  <a:r>
              <a:rPr lang="en-US" sz="1850" b="1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Relative-Positioning Overlap Detection </a:t>
            </a: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current visual validator only catches overlaps between nodes with explicit (x,y) coordinates. Extending the coordinate parser to TikZ's relative-positioning syntax (right=of X) would close the one gap the validator is currently honest about not covering.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Please  add your </a:t>
            </a:r>
            <a:r>
              <a:rPr lang="en-US" sz="2400" b="1" dirty="0" err="1"/>
              <a:t>credly</a:t>
            </a:r>
            <a:r>
              <a:rPr lang="en-US" sz="2400" b="1" dirty="0"/>
              <a:t> certificate(Getting Started with Artificial Intelligence)  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8E1A664-937F-0995-A503-E9C101158D8C}"/>
              </a:ext>
            </a:extLst>
          </p:cNvPr>
          <p:cNvGrpSpPr/>
          <p:nvPr/>
        </p:nvGrpSpPr>
        <p:grpSpPr>
          <a:xfrm>
            <a:off x="2407123" y="1423459"/>
            <a:ext cx="6389964" cy="4744480"/>
            <a:chOff x="2023664" y="1423459"/>
            <a:chExt cx="6389964" cy="474448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CA1DC75-9677-2534-42C6-0CCDB06800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23664" y="1423459"/>
              <a:ext cx="6389964" cy="47444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ertificate with red text&#10;&#10;AI-generated content may be incorrect.">
            <a:extLst>
              <a:ext uri="{FF2B5EF4-FFF2-40B4-BE49-F238E27FC236}">
                <a16:creationId xmlns:a16="http://schemas.microsoft.com/office/drawing/2014/main" id="{099C3698-991D-7A38-C456-893C84C23F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7" b="-275"/>
          <a:stretch>
            <a:fillRect/>
          </a:stretch>
        </p:blipFill>
        <p:spPr>
          <a:xfrm>
            <a:off x="2512736" y="1712637"/>
            <a:ext cx="7177553" cy="46585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1413</Words>
  <Application>Microsoft Office PowerPoint</Application>
  <PresentationFormat>Widescreen</PresentationFormat>
  <Paragraphs>123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Aswini Kumar Motapothula</cp:lastModifiedBy>
  <cp:revision>3</cp:revision>
  <dcterms:created xsi:type="dcterms:W3CDTF">2025-07-08T05:06:56Z</dcterms:created>
  <dcterms:modified xsi:type="dcterms:W3CDTF">2026-09-04T14:13:37Z</dcterms:modified>
</cp:coreProperties>
</file>